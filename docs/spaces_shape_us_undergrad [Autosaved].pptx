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6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22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2328" y="1483072"/>
            <a:ext cx="25190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4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→ 🧠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150259" y="2526952"/>
            <a:ext cx="560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Spaces Shape 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90851" y="3174653"/>
            <a:ext cx="762000" cy="28575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86744" y="3393728"/>
            <a:ext cx="29703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Ways Buildings Affect Your Brain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080" y="314325"/>
            <a:ext cx="34701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Effects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971550"/>
            <a:ext cx="8705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space → Change how you feel or think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919288"/>
            <a:ext cx="2692450" cy="1845766"/>
          </a:xfrm>
          <a:prstGeom prst="roundRect">
            <a:avLst>
              <a:gd name="adj" fmla="val 619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2308" y="2919413"/>
            <a:ext cx="1117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Ceilings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0748" y="3387923"/>
            <a:ext cx="16405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bigger, more creative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25850" y="1919288"/>
            <a:ext cx="2692450" cy="1845766"/>
          </a:xfrm>
          <a:prstGeom prst="roundRect">
            <a:avLst>
              <a:gd name="adj" fmla="val 619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24439" y="2919413"/>
            <a:ext cx="10952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Views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97189" y="3387923"/>
            <a:ext cx="15496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stressed, more calm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46899" y="1919288"/>
            <a:ext cx="2692450" cy="1845766"/>
          </a:xfrm>
          <a:prstGeom prst="roundRect">
            <a:avLst>
              <a:gd name="adj" fmla="val 619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97709" y="2919413"/>
            <a:ext cx="99082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Light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6245" y="3387923"/>
            <a:ext cx="14137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alert, better mood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4800" y="4461570"/>
            <a:ext cx="8534400" cy="415230"/>
          </a:xfrm>
          <a:prstGeom prst="roundRect">
            <a:avLst>
              <a:gd name="adj" fmla="val 18351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904" y="457587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Think: Library with big windows vs. basement with no windows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080" y="314325"/>
            <a:ext cx="45541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Zone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971550"/>
            <a:ext cx="8705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little, not too much — just right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527721"/>
            <a:ext cx="2504182" cy="2629049"/>
          </a:xfrm>
          <a:prstGeom prst="roundRect">
            <a:avLst>
              <a:gd name="adj" fmla="val 4564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680" y="2704207"/>
            <a:ext cx="8262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1856" y="3127028"/>
            <a:ext cx="9900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Boring, zoned out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29257" y="3528864"/>
            <a:ext cx="8552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white room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961382" y="1527721"/>
            <a:ext cx="3221236" cy="2629049"/>
          </a:xfrm>
          <a:prstGeom prst="roundRect">
            <a:avLst>
              <a:gd name="adj" fmla="val 4348"/>
            </a:avLst>
          </a:prstGeom>
          <a:solidFill>
            <a:srgbClr val="C8E6C9"/>
          </a:solidFill>
          <a:ln w="28575">
            <a:solidFill>
              <a:srgbClr val="2E7D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44518" y="2725192"/>
            <a:ext cx="8549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Right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06490" y="3174653"/>
            <a:ext cx="13308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Engaged, comfortable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4785" y="3589883"/>
            <a:ext cx="8942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cafe with art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35018" y="1527721"/>
            <a:ext cx="2504182" cy="2629049"/>
          </a:xfrm>
          <a:prstGeom prst="roundRect">
            <a:avLst>
              <a:gd name="adj" fmla="val 4564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00575" y="2704207"/>
            <a:ext cx="9730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Complex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23723" y="3127028"/>
            <a:ext cx="13267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Overwhelmed, stressed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058373" y="3528864"/>
            <a:ext cx="1057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Cluttered, noisy space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04800" y="4461570"/>
            <a:ext cx="8534400" cy="415230"/>
          </a:xfrm>
          <a:prstGeom prst="roundRect">
            <a:avLst>
              <a:gd name="adj" fmla="val 18351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4904" y="457587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Applies to: noise, visual complexity, temperature, crowding...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081" y="314325"/>
            <a:ext cx="29987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Depends...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971550"/>
            <a:ext cx="8705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space, different effects — context matters, subject’s preferences and neurotype matters!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728341"/>
            <a:ext cx="4191000" cy="843855"/>
          </a:xfrm>
          <a:prstGeom prst="roundRect">
            <a:avLst>
              <a:gd name="adj" fmla="val 11287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9381" y="1861691"/>
            <a:ext cx="3430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Office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99381" y="2099816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Extroverts: "Great for chatting!" 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9381" y="2278856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Introverts: "Can't concentrate!" 👎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200" y="1728341"/>
            <a:ext cx="4191000" cy="843855"/>
          </a:xfrm>
          <a:prstGeom prst="roundRect">
            <a:avLst>
              <a:gd name="adj" fmla="val 11287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42781" y="1861691"/>
            <a:ext cx="3430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342781" y="2099816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Wakes you up! ☀️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42781" y="2278856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Night: Ruins your sleep! 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3163937"/>
            <a:ext cx="4191000" cy="843855"/>
          </a:xfrm>
          <a:prstGeom prst="roundRect">
            <a:avLst>
              <a:gd name="adj" fmla="val 11287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9381" y="3297287"/>
            <a:ext cx="3430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Cafe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99381" y="3535412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writing: Background buzz helps ✏️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9381" y="3714452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homework: Too distracting! 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8200" y="3163937"/>
            <a:ext cx="4191000" cy="843855"/>
          </a:xfrm>
          <a:prstGeom prst="roundRect">
            <a:avLst>
              <a:gd name="adj" fmla="val 11287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42781" y="3297287"/>
            <a:ext cx="3430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While Studying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342781" y="3535412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task: Can help focus 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2781" y="3714452"/>
            <a:ext cx="34303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new stuff: Hurts memory 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4800" y="4513064"/>
            <a:ext cx="8534400" cy="363736"/>
          </a:xfrm>
          <a:prstGeom prst="roundRect">
            <a:avLst>
              <a:gd name="adj" fmla="val 20949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4904" y="4608314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Who you are + What you're doing + When = How the space affects you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080" y="314325"/>
            <a:ext cx="33840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971550"/>
            <a:ext cx="8705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effects are instant, some build up over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700361"/>
            <a:ext cx="2768650" cy="2335113"/>
          </a:xfrm>
          <a:prstGeom prst="roundRect">
            <a:avLst>
              <a:gd name="adj" fmla="val 4895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65099" y="2548086"/>
            <a:ext cx="6479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9628" y="2970907"/>
            <a:ext cx="12989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 noise startles you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57729" y="3334643"/>
            <a:ext cx="1862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into bright room, feel awake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424757" y="3736479"/>
            <a:ext cx="528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Fades fast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187750" y="1700361"/>
            <a:ext cx="2768650" cy="2335113"/>
          </a:xfrm>
          <a:prstGeom prst="roundRect">
            <a:avLst>
              <a:gd name="adj" fmla="val 4895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78408" y="2548086"/>
            <a:ext cx="587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27775" y="2970907"/>
            <a:ext cx="18884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 nature walk restores focus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669825" y="3334643"/>
            <a:ext cx="18043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daylight boosts alertness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69148" y="3736479"/>
            <a:ext cx="6058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Lasts hours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70699" y="1700361"/>
            <a:ext cx="2768650" cy="2335113"/>
          </a:xfrm>
          <a:prstGeom prst="roundRect">
            <a:avLst>
              <a:gd name="adj" fmla="val 4895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49592" y="2548086"/>
            <a:ext cx="10107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Months/Years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33456" y="2970907"/>
            <a:ext cx="20429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somewhere builds attachment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398236" y="3334643"/>
            <a:ext cx="21135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 nature shapes adult values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929250" y="3736479"/>
            <a:ext cx="10513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permanent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" y="4513064"/>
            <a:ext cx="8534400" cy="363736"/>
          </a:xfrm>
          <a:prstGeom prst="roundRect">
            <a:avLst>
              <a:gd name="adj" fmla="val 20949"/>
            </a:avLst>
          </a:prstGeom>
          <a:solidFill>
            <a:srgbClr val="2D4A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4904" y="4608314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Quick fixes work for quick problems. Deep changes need time in good spaces.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081" y="314325"/>
            <a:ext cx="12986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996404"/>
            <a:ext cx="2717750" cy="1643955"/>
          </a:xfrm>
          <a:prstGeom prst="roundRect">
            <a:avLst>
              <a:gd name="adj" fmla="val 695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8" y="1758404"/>
            <a:ext cx="996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Smarter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33070" y="2167979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your space to your task. Quiet for focus, cafe for creative.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13050" y="996404"/>
            <a:ext cx="2717750" cy="1643955"/>
          </a:xfrm>
          <a:prstGeom prst="roundRect">
            <a:avLst>
              <a:gd name="adj" fmla="val 695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38826" y="1758404"/>
            <a:ext cx="126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Your Dorm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341321" y="2167979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plants, get light, reduce clutter. Small changes help.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1301" y="996404"/>
            <a:ext cx="2717750" cy="1643955"/>
          </a:xfrm>
          <a:prstGeom prst="roundRect">
            <a:avLst>
              <a:gd name="adj" fmla="val 695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64645" y="1758404"/>
            <a:ext cx="1431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Breaks Outside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249571" y="2167979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 in nature recharges attention. Science says so!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2792760"/>
            <a:ext cx="2717750" cy="1643955"/>
          </a:xfrm>
          <a:prstGeom prst="roundRect">
            <a:avLst>
              <a:gd name="adj" fmla="val 695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18429" y="3554760"/>
            <a:ext cx="12904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Sleep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33070" y="3964335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lights at night. Blue screens = bad for sleep.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3050" y="2792760"/>
            <a:ext cx="2717750" cy="1643955"/>
          </a:xfrm>
          <a:prstGeom prst="roundRect">
            <a:avLst>
              <a:gd name="adj" fmla="val 695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68467" y="3554760"/>
            <a:ext cx="100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Yourself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341321" y="3964335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Introvert? Find quiet spots. Extravert? Work around people.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1301" y="2792760"/>
            <a:ext cx="2717750" cy="1643955"/>
          </a:xfrm>
          <a:prstGeom prst="roundRect">
            <a:avLst>
              <a:gd name="adj" fmla="val 695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14931" y="3554760"/>
            <a:ext cx="1130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Just You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249571" y="3964335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spaces hurt everyone. Good design is equity.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" y="4690170"/>
            <a:ext cx="8705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environment is a tool. Learn to use it. 🔧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9885</TotalTime>
  <Words>393</Words>
  <Application>Microsoft Macintosh PowerPoint</Application>
  <PresentationFormat>On-screen Show (16:9)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Spaces Shape Us</dc:title>
  <dc:subject>PptxGenJS Presentation</dc:subject>
  <dc:creator>Neuroarchitecture</dc:creator>
  <cp:lastModifiedBy>David Kirsh</cp:lastModifiedBy>
  <cp:revision>2</cp:revision>
  <dcterms:created xsi:type="dcterms:W3CDTF">2026-01-04T14:28:28Z</dcterms:created>
  <dcterms:modified xsi:type="dcterms:W3CDTF">2026-02-26T14:11:45Z</dcterms:modified>
</cp:coreProperties>
</file>