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3"/>
    <p:restoredTop sz="94658"/>
  </p:normalViewPr>
  <p:slideViewPr>
    <p:cSldViewPr snapToGrid="0">
      <p:cViewPr varScale="1">
        <p:scale>
          <a:sx n="69" d="100"/>
          <a:sy n="69" d="100"/>
        </p:scale>
        <p:origin x="232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3E61-8A00-451D-4F99-93956CAA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36D9-476E-C05B-C2B2-586E3C9CC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FEA24-0D95-7691-6A67-CB60D055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5588F-4F5F-8F50-7316-9C09CD1E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1FF93-C816-8963-FF82-1C043AD2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6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5CE1A-B048-8DDF-D5C3-790A0752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82534-BB23-912C-2E54-F93F52D82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1ABA9-6E8A-1114-0E91-15037021D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8609-338F-F5B6-18C5-548D2332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F4F9C-7571-886B-34FA-45D7914B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0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CACC-3804-18D2-81E7-3BFA71B0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456C6-FC46-23E0-8E9C-44748E11D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3A799-018D-1A08-037A-30CFA1A4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83070-81F9-3F88-8D0F-4D23887E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EEE26-CADA-2AC4-3794-1B5E784A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4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BF90-28FC-E767-D741-8227F19B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1DE72-BCBB-20FB-F82D-55CFC142B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8BA7F-EDBB-DE1A-40CF-8343E6083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639AE-9629-7A87-D85B-28237CF6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61C96-8813-0CC5-9560-1BCBF33D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D41B5-3768-0351-8E8F-7B96AF82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9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0E298-AAEA-AF5E-0D6E-BA3E981C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BCC1E-1BC6-EE3F-7B75-D1EB63909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E7812-59A6-FAB1-0FCC-0B64C29CD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67D60-C2DA-F57F-07BD-DE0A89A2D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7500E-CCF3-D76B-759B-A11D60871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E59FC-6D81-8F47-4838-EC138796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D23668-7762-E658-354B-28C84E17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53B59-0C4C-9205-0B14-99087D1D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9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6FA98-B898-88E4-664D-A180949B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1C315B-F345-9215-9456-08588BFE1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C51DC-315B-8DA4-02A3-1D0CFDEA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3F86C-E19D-9822-6326-7591A37C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32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EE00EF-C927-46B9-F97C-B5AC9235C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807E6-1526-C4A6-1E92-9FA8FF0A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70D53-D5B6-FFF7-399F-4E247DE2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8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7440-AF39-45C0-3BD2-5D35DA8C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1E06-ECEF-97A9-2365-3D22C0B82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347EC-CBBF-3237-DCF5-494250064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82358-8F50-5EAE-C2C1-581342F1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6EC26-FBF4-2727-1E61-8F4C2619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0771B-2CD7-059A-AD8A-BD043504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9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67FA-1068-CFF8-3138-713AEFFD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5EFC3-BABC-C69F-697F-D2CAE9C1D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AC2B0-CBBF-9F2D-175A-F0092D4F3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CC434-D55C-01A3-FA7D-459FE043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4DD34-D253-8C19-92CE-CCA40883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7A512-BF90-F5AE-9FB4-444A6830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7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B61F-3CB7-BF76-B266-FDB7DD76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8D128-696E-708C-790A-0BA734731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4E918-ED9A-CA02-E5F7-7F476D270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198BE-3D1E-8734-01A3-41C02B72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18B3D-BD2F-256C-E28D-B9F72814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36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45C0B2-675F-8336-65C4-737ABC843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38D9D4-91CE-0AFF-85C5-1371D6ADF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662F2-283B-D8D8-240E-19F30BA2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468AC-64BC-80E5-4B68-18D12D4F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12DB1-73A6-BCC1-1A15-96A917C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2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67540-0CFC-5398-75B7-12D0AD50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78CC4-9D37-5618-6AF0-0EF2BC8D1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29D5F-D016-6CFD-7C02-3B41B9C80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E332C-7096-3849-A2E4-E4301A7AF9A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B008C-B945-93FF-9C43-8D8A589E7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85E57-1357-B3E7-34D9-23EFECBEB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F0559-CC33-2347-A50F-ABD096025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0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003C-6732-B81E-0F2D-7BF1D5513C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Dokki</a:t>
            </a:r>
            <a:r>
              <a:rPr lang="en-US" dirty="0"/>
              <a:t> in </a:t>
            </a:r>
            <a:r>
              <a:rPr lang="en-US" dirty="0" err="1"/>
              <a:t>Aarhuus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A3637-1D88-C4C2-664A-CC2A7D5FF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4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 Could Live @ the Dokk1 library in Aarhus, Denmark - Finally Lost">
            <a:extLst>
              <a:ext uri="{FF2B5EF4-FFF2-40B4-BE49-F238E27FC236}">
                <a16:creationId xmlns:a16="http://schemas.microsoft.com/office/drawing/2014/main" id="{C4758A19-04F3-81C1-5A4E-9E6B0FADD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851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afé Dokk1 | VisitAarhus">
            <a:extLst>
              <a:ext uri="{FF2B5EF4-FFF2-40B4-BE49-F238E27FC236}">
                <a16:creationId xmlns:a16="http://schemas.microsoft.com/office/drawing/2014/main" id="{2BB00835-105E-08E5-0C2E-F4F611A1A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28" y="199163"/>
            <a:ext cx="9964944" cy="558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FCED41-C25D-DD27-3818-6636A9B59E88}"/>
              </a:ext>
            </a:extLst>
          </p:cNvPr>
          <p:cNvSpPr txBox="1"/>
          <p:nvPr/>
        </p:nvSpPr>
        <p:spPr>
          <a:xfrm>
            <a:off x="709127" y="6064898"/>
            <a:ext cx="254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Café in Dokk1 in Aarhus</a:t>
            </a:r>
          </a:p>
        </p:txBody>
      </p:sp>
    </p:spTree>
    <p:extLst>
      <p:ext uri="{BB962C8B-B14F-4D97-AF65-F5344CB8AC3E}">
        <p14:creationId xmlns:p14="http://schemas.microsoft.com/office/powerpoint/2010/main" val="331168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okk1: Impressions of an Impressive library">
            <a:extLst>
              <a:ext uri="{FF2B5EF4-FFF2-40B4-BE49-F238E27FC236}">
                <a16:creationId xmlns:a16="http://schemas.microsoft.com/office/drawing/2014/main" id="{1148238A-E725-1F5D-6099-4A14AA0FF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21920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86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okk1 / schmidt hammer lassen architects | ArchDaily">
            <a:extLst>
              <a:ext uri="{FF2B5EF4-FFF2-40B4-BE49-F238E27FC236}">
                <a16:creationId xmlns:a16="http://schemas.microsoft.com/office/drawing/2014/main" id="{4FD35CD1-1D87-8415-7B07-5DF0649CD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763" y="0"/>
            <a:ext cx="6848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512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okk1: Impressions of an Impressive library">
            <a:extLst>
              <a:ext uri="{FF2B5EF4-FFF2-40B4-BE49-F238E27FC236}">
                <a16:creationId xmlns:a16="http://schemas.microsoft.com/office/drawing/2014/main" id="{D17852D8-CB96-099C-BE99-2D389D0CA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11" y="518353"/>
            <a:ext cx="9881119" cy="556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86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ree Sterile hospital hallway Image - Hospital, Hallway, Sterile | Download  at StockCake">
            <a:extLst>
              <a:ext uri="{FF2B5EF4-FFF2-40B4-BE49-F238E27FC236}">
                <a16:creationId xmlns:a16="http://schemas.microsoft.com/office/drawing/2014/main" id="{642AA99F-8636-E534-B0E8-84248EAA6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69" y="783771"/>
            <a:ext cx="10371753" cy="580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5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afe Design - Liqui Design - Farm Cup - Coffee Shop Design - Coffee and  cocktails">
            <a:extLst>
              <a:ext uri="{FF2B5EF4-FFF2-40B4-BE49-F238E27FC236}">
                <a16:creationId xmlns:a16="http://schemas.microsoft.com/office/drawing/2014/main" id="{74BEFEFF-219F-BB71-34C6-320DC6C06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335" y="865197"/>
            <a:ext cx="9535885" cy="534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557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rowded groups of people crossing the street at Times Square during rush  hour Stock Photo - Alamy">
            <a:extLst>
              <a:ext uri="{FF2B5EF4-FFF2-40B4-BE49-F238E27FC236}">
                <a16:creationId xmlns:a16="http://schemas.microsoft.com/office/drawing/2014/main" id="{A5A8C520-1EEB-5FCF-09C6-6F3D47998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3" y="0"/>
            <a:ext cx="9324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94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071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</Words>
  <Application>Microsoft Macintosh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Dokki in Aarhuus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Kirsh</dc:creator>
  <cp:lastModifiedBy>David Kirsh</cp:lastModifiedBy>
  <cp:revision>2</cp:revision>
  <dcterms:created xsi:type="dcterms:W3CDTF">2026-02-20T13:05:40Z</dcterms:created>
  <dcterms:modified xsi:type="dcterms:W3CDTF">2026-02-20T13:36:09Z</dcterms:modified>
</cp:coreProperties>
</file>